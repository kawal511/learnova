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</p:sldIdLst>
  <p:sldSz cx="12188952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Relationship Id="rId2" Type="http://schemas.openxmlformats.org/officeDocument/2006/relationships/image" Target="../media/image1.png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Relationship Id="rId2" Type="http://schemas.openxmlformats.org/officeDocument/2006/relationships/image" Target="../media/image2.png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Photosynthesis Overview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1463040"/>
            <a:ext cx="5486400" cy="18288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t>Plants convert light into chemical energy.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Chloroplast Structure Diagram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1463040"/>
            <a:ext cx="5486400" cy="18288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t>The thylakoid membrane stacks form grana.</a:t>
            </a:r>
          </a:p>
        </p:txBody>
      </p:sp>
      <p:pic>
        <p:nvPicPr>
          <p:cNvPr id="4" name="Picture 3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766560" y="1463040"/>
            <a:ext cx="4114800" cy="2743200"/>
          </a:xfrm>
          <a:prstGeom prst="rect">
            <a:avLst/>
          </a:prstGeom>
        </p:spPr>
      </p:pic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Water Cycle Stages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1463040"/>
            <a:ext cx="5486400" cy="18288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t>Evaporation, condensation, precipitation, collection.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Carbon Cycle Diagram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1463040"/>
            <a:ext cx="5486400" cy="18288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t>Carbon moves between atmosphere, biosphere and oceans.</a:t>
            </a:r>
          </a:p>
        </p:txBody>
      </p:sp>
      <p:pic>
        <p:nvPicPr>
          <p:cNvPr id="4" name="Picture 3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766560" y="1463040"/>
            <a:ext cx="4114800" cy="2743200"/>
          </a:xfrm>
          <a:prstGeom prst="rect">
            <a:avLst/>
          </a:prstGeom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