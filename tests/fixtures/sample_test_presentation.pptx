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in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Outdated Courseware into Engaging Learning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in Higher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presentations suffer from heavy text density and passive student engagement.</a:t>
            </a:r>
          </a:p>
          <a:p>
            <a:r>
              <a:t>Lack of interactive assessment checkpoints during lectures reduces retention rates.</a:t>
            </a:r>
          </a:p>
          <a:p>
            <a:r>
              <a:t>Manual redesign of slides requires hours of design expertise per lecture.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Learnova Automated Processing Pipeline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Upload raw PPTX or PDF textbook.</a:t>
            </a:r>
          </a:p>
          <a:p>
            <a:r>
              <a:t>Step 2: Parse document layout, tables, SmartArt, and embedded diagram images.</a:t>
            </a:r>
          </a:p>
          <a:p>
            <a:r>
              <a:t>Step 3: Route content through AI Layout Router to classify dynamic visual structures.</a:t>
            </a:r>
          </a:p>
          <a:p>
            <a:r>
              <a:t>Step 4: Generate interactive quizzes and export animated PPTX and HTML web decks.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Engagement Benchmark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Studies show 84% improvement in concept retention when interactive checkpoints and dynamic visual layouts are integrated into lecture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Pillars of Learnova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AI Visual Engine: Converts plain text to flowcharts and structured cards.</a:t>
            </a:r>
          </a:p>
          <a:p>
            <a:r>
              <a:t>2. Vision OCR Integration: Reads embedded diagrams and infographic text.</a:t>
            </a:r>
          </a:p>
          <a:p>
            <a:r>
              <a:t>3. Interleaved Quizzes: Promotes active recall with checkpoint questions.</a:t>
            </a:r>
          </a:p>
          <a:p>
            <a:r>
              <a:t>4. Multi-Format Export: Native PPTX presentation + 60fps web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